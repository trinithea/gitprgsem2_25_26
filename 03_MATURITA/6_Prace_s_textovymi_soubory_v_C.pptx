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48094d8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48094d8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748094d8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48094d8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48094d8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d748094d8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748094d8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748094d8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748094d8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748094d80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748094d8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748094d80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48094d8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48094d8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d748094d80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748094d80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748094d80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d748094d80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48094d80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48094d80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748094d80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748094d80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748094d80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748094d80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48094d80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48094d80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d748094d80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48094d80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48094d80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748094d80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748094d80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748094d80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748094d80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