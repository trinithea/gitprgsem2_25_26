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yštof Šejhar" userId="7877af82f8c0d2b4" providerId="LiveId" clId="{4D12394C-7ACF-4E5D-86CD-8BE4938FEE77}"/>
    <pc:docChg chg="undo custSel addSld modSld">
      <pc:chgData name="Kryštof Šejhar" userId="7877af82f8c0d2b4" providerId="LiveId" clId="{4D12394C-7ACF-4E5D-86CD-8BE4938FEE77}" dt="2026-03-29T16:29:28.464" v="1091"/>
      <pc:docMkLst>
        <pc:docMk/>
      </pc:docMkLst>
      <pc:sldChg chg="modSp mod">
        <pc:chgData name="Kryštof Šejhar" userId="7877af82f8c0d2b4" providerId="LiveId" clId="{4D12394C-7ACF-4E5D-86CD-8BE4938FEE77}" dt="2026-03-29T15:33:21.453" v="301" actId="20577"/>
        <pc:sldMkLst>
          <pc:docMk/>
          <pc:sldMk cId="1391192032" sldId="259"/>
        </pc:sldMkLst>
        <pc:spChg chg="mod">
          <ac:chgData name="Kryštof Šejhar" userId="7877af82f8c0d2b4" providerId="LiveId" clId="{4D12394C-7ACF-4E5D-86CD-8BE4938FEE77}" dt="2026-03-29T15:33:21.453" v="301" actId="20577"/>
          <ac:spMkLst>
            <pc:docMk/>
            <pc:sldMk cId="1391192032" sldId="259"/>
            <ac:spMk id="3" creationId="{FB8530C4-41C5-A83F-44F8-C6F20E7E44A4}"/>
          </ac:spMkLst>
        </pc:spChg>
      </pc:sldChg>
      <pc:sldChg chg="modSp mod">
        <pc:chgData name="Kryštof Šejhar" userId="7877af82f8c0d2b4" providerId="LiveId" clId="{4D12394C-7ACF-4E5D-86CD-8BE4938FEE77}" dt="2026-03-29T15:31:11.644" v="251" actId="113"/>
        <pc:sldMkLst>
          <pc:docMk/>
          <pc:sldMk cId="2971787905" sldId="263"/>
        </pc:sldMkLst>
        <pc:spChg chg="mod">
          <ac:chgData name="Kryštof Šejhar" userId="7877af82f8c0d2b4" providerId="LiveId" clId="{4D12394C-7ACF-4E5D-86CD-8BE4938FEE77}" dt="2026-03-29T15:31:11.644" v="251" actId="113"/>
          <ac:spMkLst>
            <pc:docMk/>
            <pc:sldMk cId="2971787905" sldId="263"/>
            <ac:spMk id="3" creationId="{4681039E-85CC-2F3A-0E6F-211D78187D80}"/>
          </ac:spMkLst>
        </pc:spChg>
      </pc:sldChg>
      <pc:sldChg chg="modSp mod">
        <pc:chgData name="Kryštof Šejhar" userId="7877af82f8c0d2b4" providerId="LiveId" clId="{4D12394C-7ACF-4E5D-86CD-8BE4938FEE77}" dt="2026-03-29T10:43:15.974" v="35" actId="1076"/>
        <pc:sldMkLst>
          <pc:docMk/>
          <pc:sldMk cId="3104475279" sldId="264"/>
        </pc:sldMkLst>
        <pc:spChg chg="mod">
          <ac:chgData name="Kryštof Šejhar" userId="7877af82f8c0d2b4" providerId="LiveId" clId="{4D12394C-7ACF-4E5D-86CD-8BE4938FEE77}" dt="2026-03-29T10:43:06.880" v="31" actId="14100"/>
          <ac:spMkLst>
            <pc:docMk/>
            <pc:sldMk cId="3104475279" sldId="264"/>
            <ac:spMk id="3" creationId="{58E54214-AC31-2280-5B1D-DAB18EA2B3D1}"/>
          </ac:spMkLst>
        </pc:spChg>
        <pc:picChg chg="mod">
          <ac:chgData name="Kryštof Šejhar" userId="7877af82f8c0d2b4" providerId="LiveId" clId="{4D12394C-7ACF-4E5D-86CD-8BE4938FEE77}" dt="2026-03-29T10:43:15.974" v="35" actId="1076"/>
          <ac:picMkLst>
            <pc:docMk/>
            <pc:sldMk cId="3104475279" sldId="264"/>
            <ac:picMk id="5" creationId="{881920CB-AA6F-8AC8-AB1D-F6CB09828EC1}"/>
          </ac:picMkLst>
        </pc:picChg>
      </pc:sldChg>
      <pc:sldChg chg="modSp new mod">
        <pc:chgData name="Kryštof Šejhar" userId="7877af82f8c0d2b4" providerId="LiveId" clId="{4D12394C-7ACF-4E5D-86CD-8BE4938FEE77}" dt="2026-03-29T16:16:36.458" v="886" actId="20577"/>
        <pc:sldMkLst>
          <pc:docMk/>
          <pc:sldMk cId="2352220629" sldId="265"/>
        </pc:sldMkLst>
        <pc:spChg chg="mod">
          <ac:chgData name="Kryštof Šejhar" userId="7877af82f8c0d2b4" providerId="LiveId" clId="{4D12394C-7ACF-4E5D-86CD-8BE4938FEE77}" dt="2026-03-29T15:59:56.309" v="305" actId="20577"/>
          <ac:spMkLst>
            <pc:docMk/>
            <pc:sldMk cId="2352220629" sldId="265"/>
            <ac:spMk id="2" creationId="{ED652019-8BB2-DDB3-B676-C2BD8AAD3B5E}"/>
          </ac:spMkLst>
        </pc:spChg>
        <pc:spChg chg="mod">
          <ac:chgData name="Kryštof Šejhar" userId="7877af82f8c0d2b4" providerId="LiveId" clId="{4D12394C-7ACF-4E5D-86CD-8BE4938FEE77}" dt="2026-03-29T16:16:36.458" v="886" actId="20577"/>
          <ac:spMkLst>
            <pc:docMk/>
            <pc:sldMk cId="2352220629" sldId="265"/>
            <ac:spMk id="3" creationId="{3376AE4B-C5D7-EF40-0A6F-C06F314EFA27}"/>
          </ac:spMkLst>
        </pc:spChg>
      </pc:sldChg>
      <pc:sldChg chg="addSp delSp modSp new mod modTransition modAnim">
        <pc:chgData name="Kryštof Šejhar" userId="7877af82f8c0d2b4" providerId="LiveId" clId="{4D12394C-7ACF-4E5D-86CD-8BE4938FEE77}" dt="2026-03-29T16:27:23.777" v="1052" actId="1076"/>
        <pc:sldMkLst>
          <pc:docMk/>
          <pc:sldMk cId="2184218272" sldId="266"/>
        </pc:sldMkLst>
        <pc:spChg chg="mod">
          <ac:chgData name="Kryštof Šejhar" userId="7877af82f8c0d2b4" providerId="LiveId" clId="{4D12394C-7ACF-4E5D-86CD-8BE4938FEE77}" dt="2026-03-29T16:25:18.119" v="1045" actId="20577"/>
          <ac:spMkLst>
            <pc:docMk/>
            <pc:sldMk cId="2184218272" sldId="266"/>
            <ac:spMk id="2" creationId="{CB2B1FBE-8B96-5473-1401-8E9DD8F985E4}"/>
          </ac:spMkLst>
        </pc:spChg>
        <pc:spChg chg="del">
          <ac:chgData name="Kryštof Šejhar" userId="7877af82f8c0d2b4" providerId="LiveId" clId="{4D12394C-7ACF-4E5D-86CD-8BE4938FEE77}" dt="2026-03-29T16:11:55.837" v="772" actId="3680"/>
          <ac:spMkLst>
            <pc:docMk/>
            <pc:sldMk cId="2184218272" sldId="266"/>
            <ac:spMk id="3" creationId="{3196923F-742C-129D-862C-974A3A07F3AD}"/>
          </ac:spMkLst>
        </pc:spChg>
        <pc:spChg chg="add del mod">
          <ac:chgData name="Kryštof Šejhar" userId="7877af82f8c0d2b4" providerId="LiveId" clId="{4D12394C-7ACF-4E5D-86CD-8BE4938FEE77}" dt="2026-03-29T16:26:38.900" v="1048" actId="478"/>
          <ac:spMkLst>
            <pc:docMk/>
            <pc:sldMk cId="2184218272" sldId="266"/>
            <ac:spMk id="3" creationId="{B91BEC7C-B27F-330D-89CE-5BDFE225B02B}"/>
          </ac:spMkLst>
        </pc:spChg>
        <pc:spChg chg="add del mod">
          <ac:chgData name="Kryštof Šejhar" userId="7877af82f8c0d2b4" providerId="LiveId" clId="{4D12394C-7ACF-4E5D-86CD-8BE4938FEE77}" dt="2026-03-29T16:12:30.017" v="774" actId="3680"/>
          <ac:spMkLst>
            <pc:docMk/>
            <pc:sldMk cId="2184218272" sldId="266"/>
            <ac:spMk id="6" creationId="{6BE60F50-4875-06C6-717D-3AF4BCBE7F4E}"/>
          </ac:spMkLst>
        </pc:spChg>
        <pc:spChg chg="add del mod">
          <ac:chgData name="Kryštof Šejhar" userId="7877af82f8c0d2b4" providerId="LiveId" clId="{4D12394C-7ACF-4E5D-86CD-8BE4938FEE77}" dt="2026-03-29T16:14:25.301" v="833" actId="3680"/>
          <ac:spMkLst>
            <pc:docMk/>
            <pc:sldMk cId="2184218272" sldId="266"/>
            <ac:spMk id="9" creationId="{AB504E3C-9F4F-DCEA-1EC0-741F32C65EB7}"/>
          </ac:spMkLst>
        </pc:spChg>
        <pc:spChg chg="add del mod">
          <ac:chgData name="Kryštof Šejhar" userId="7877af82f8c0d2b4" providerId="LiveId" clId="{4D12394C-7ACF-4E5D-86CD-8BE4938FEE77}" dt="2026-03-29T16:16:46.586" v="899" actId="3680"/>
          <ac:spMkLst>
            <pc:docMk/>
            <pc:sldMk cId="2184218272" sldId="266"/>
            <ac:spMk id="12" creationId="{158DBA8A-7FD3-C58B-DB6A-F301CEF48A74}"/>
          </ac:spMkLst>
        </pc:spChg>
        <pc:spChg chg="add mod">
          <ac:chgData name="Kryštof Šejhar" userId="7877af82f8c0d2b4" providerId="LiveId" clId="{4D12394C-7ACF-4E5D-86CD-8BE4938FEE77}" dt="2026-03-29T16:27:23.777" v="1052" actId="1076"/>
          <ac:spMkLst>
            <pc:docMk/>
            <pc:sldMk cId="2184218272" sldId="266"/>
            <ac:spMk id="14" creationId="{6AF85BB8-A3A0-D1F1-EF28-2369CD1E42CE}"/>
          </ac:spMkLst>
        </pc:spChg>
        <pc:spChg chg="add mod">
          <ac:chgData name="Kryštof Šejhar" userId="7877af82f8c0d2b4" providerId="LiveId" clId="{4D12394C-7ACF-4E5D-86CD-8BE4938FEE77}" dt="2026-03-29T16:19:16.874" v="955" actId="1076"/>
          <ac:spMkLst>
            <pc:docMk/>
            <pc:sldMk cId="2184218272" sldId="266"/>
            <ac:spMk id="15" creationId="{9AAE2685-1797-7D1C-0671-79CF4B71B79E}"/>
          </ac:spMkLst>
        </pc:spChg>
        <pc:spChg chg="add mod">
          <ac:chgData name="Kryštof Šejhar" userId="7877af82f8c0d2b4" providerId="LiveId" clId="{4D12394C-7ACF-4E5D-86CD-8BE4938FEE77}" dt="2026-03-29T16:19:21.353" v="957" actId="1076"/>
          <ac:spMkLst>
            <pc:docMk/>
            <pc:sldMk cId="2184218272" sldId="266"/>
            <ac:spMk id="16" creationId="{5E95CDA3-7BAC-5B49-69B5-DF855DE3B440}"/>
          </ac:spMkLst>
        </pc:spChg>
        <pc:spChg chg="add mod">
          <ac:chgData name="Kryštof Šejhar" userId="7877af82f8c0d2b4" providerId="LiveId" clId="{4D12394C-7ACF-4E5D-86CD-8BE4938FEE77}" dt="2026-03-29T16:19:53.435" v="964" actId="1076"/>
          <ac:spMkLst>
            <pc:docMk/>
            <pc:sldMk cId="2184218272" sldId="266"/>
            <ac:spMk id="17" creationId="{256B6750-8152-CAB6-2B99-0CFC7C1EC2D2}"/>
          </ac:spMkLst>
        </pc:spChg>
        <pc:spChg chg="add mod">
          <ac:chgData name="Kryštof Šejhar" userId="7877af82f8c0d2b4" providerId="LiveId" clId="{4D12394C-7ACF-4E5D-86CD-8BE4938FEE77}" dt="2026-03-29T16:19:56.573" v="966" actId="1076"/>
          <ac:spMkLst>
            <pc:docMk/>
            <pc:sldMk cId="2184218272" sldId="266"/>
            <ac:spMk id="18" creationId="{8DFB6038-DD95-A7AD-584F-B942A91067EE}"/>
          </ac:spMkLst>
        </pc:spChg>
        <pc:spChg chg="add mod">
          <ac:chgData name="Kryštof Šejhar" userId="7877af82f8c0d2b4" providerId="LiveId" clId="{4D12394C-7ACF-4E5D-86CD-8BE4938FEE77}" dt="2026-03-29T16:20:01.349" v="968" actId="1076"/>
          <ac:spMkLst>
            <pc:docMk/>
            <pc:sldMk cId="2184218272" sldId="266"/>
            <ac:spMk id="19" creationId="{66DBB9F4-4266-823D-CBD4-48CA311F447A}"/>
          </ac:spMkLst>
        </pc:spChg>
        <pc:spChg chg="add mod">
          <ac:chgData name="Kryštof Šejhar" userId="7877af82f8c0d2b4" providerId="LiveId" clId="{4D12394C-7ACF-4E5D-86CD-8BE4938FEE77}" dt="2026-03-29T16:20:11.048" v="970" actId="1076"/>
          <ac:spMkLst>
            <pc:docMk/>
            <pc:sldMk cId="2184218272" sldId="266"/>
            <ac:spMk id="20" creationId="{B3323909-8589-87DE-96FB-D4BEECD10418}"/>
          </ac:spMkLst>
        </pc:spChg>
        <pc:spChg chg="add mod">
          <ac:chgData name="Kryštof Šejhar" userId="7877af82f8c0d2b4" providerId="LiveId" clId="{4D12394C-7ACF-4E5D-86CD-8BE4938FEE77}" dt="2026-03-29T16:20:14.894" v="972" actId="1076"/>
          <ac:spMkLst>
            <pc:docMk/>
            <pc:sldMk cId="2184218272" sldId="266"/>
            <ac:spMk id="21" creationId="{AFFE09F1-E214-D446-55E9-78C1B3F2230E}"/>
          </ac:spMkLst>
        </pc:spChg>
        <pc:spChg chg="add mod">
          <ac:chgData name="Kryštof Šejhar" userId="7877af82f8c0d2b4" providerId="LiveId" clId="{4D12394C-7ACF-4E5D-86CD-8BE4938FEE77}" dt="2026-03-29T16:20:20.299" v="974" actId="1076"/>
          <ac:spMkLst>
            <pc:docMk/>
            <pc:sldMk cId="2184218272" sldId="266"/>
            <ac:spMk id="22" creationId="{43DA7135-D837-0316-9CDF-EAA5E4296004}"/>
          </ac:spMkLst>
        </pc:spChg>
        <pc:spChg chg="add del mod">
          <ac:chgData name="Kryštof Šejhar" userId="7877af82f8c0d2b4" providerId="LiveId" clId="{4D12394C-7ACF-4E5D-86CD-8BE4938FEE77}" dt="2026-03-29T16:24:04.269" v="1011" actId="478"/>
          <ac:spMkLst>
            <pc:docMk/>
            <pc:sldMk cId="2184218272" sldId="266"/>
            <ac:spMk id="23" creationId="{F07598C1-62ED-5B68-6B45-4CE706736F53}"/>
          </ac:spMkLst>
        </pc:spChg>
        <pc:spChg chg="add mod">
          <ac:chgData name="Kryštof Šejhar" userId="7877af82f8c0d2b4" providerId="LiveId" clId="{4D12394C-7ACF-4E5D-86CD-8BE4938FEE77}" dt="2026-03-29T16:21:47.530" v="989" actId="1076"/>
          <ac:spMkLst>
            <pc:docMk/>
            <pc:sldMk cId="2184218272" sldId="266"/>
            <ac:spMk id="24" creationId="{E6DDF2B6-17BA-C4CB-7A51-40B55EB20F0E}"/>
          </ac:spMkLst>
        </pc:spChg>
        <pc:spChg chg="add mod">
          <ac:chgData name="Kryštof Šejhar" userId="7877af82f8c0d2b4" providerId="LiveId" clId="{4D12394C-7ACF-4E5D-86CD-8BE4938FEE77}" dt="2026-03-29T16:21:51.366" v="991" actId="1076"/>
          <ac:spMkLst>
            <pc:docMk/>
            <pc:sldMk cId="2184218272" sldId="266"/>
            <ac:spMk id="25" creationId="{1A1DDE1C-87AD-0A3E-769A-CE4B0D461CA4}"/>
          </ac:spMkLst>
        </pc:spChg>
        <pc:spChg chg="add mod">
          <ac:chgData name="Kryštof Šejhar" userId="7877af82f8c0d2b4" providerId="LiveId" clId="{4D12394C-7ACF-4E5D-86CD-8BE4938FEE77}" dt="2026-03-29T16:22:10.352" v="995" actId="14100"/>
          <ac:spMkLst>
            <pc:docMk/>
            <pc:sldMk cId="2184218272" sldId="266"/>
            <ac:spMk id="26" creationId="{7D061676-BC88-0EFC-7580-C7A8FAD7E1A7}"/>
          </ac:spMkLst>
        </pc:spChg>
        <pc:graphicFrameChg chg="add del mod ord modGraphic">
          <ac:chgData name="Kryštof Šejhar" userId="7877af82f8c0d2b4" providerId="LiveId" clId="{4D12394C-7ACF-4E5D-86CD-8BE4938FEE77}" dt="2026-03-29T16:12:16.161" v="773" actId="478"/>
          <ac:graphicFrameMkLst>
            <pc:docMk/>
            <pc:sldMk cId="2184218272" sldId="266"/>
            <ac:graphicFrameMk id="4" creationId="{1654F742-2F41-5E4E-2E73-2B6C25118371}"/>
          </ac:graphicFrameMkLst>
        </pc:graphicFrameChg>
        <pc:graphicFrameChg chg="add del mod ord modGraphic">
          <ac:chgData name="Kryštof Šejhar" userId="7877af82f8c0d2b4" providerId="LiveId" clId="{4D12394C-7ACF-4E5D-86CD-8BE4938FEE77}" dt="2026-03-29T16:14:18.701" v="832" actId="478"/>
          <ac:graphicFrameMkLst>
            <pc:docMk/>
            <pc:sldMk cId="2184218272" sldId="266"/>
            <ac:graphicFrameMk id="7" creationId="{AF99C744-1A46-661E-4E63-EFE265FC96EB}"/>
          </ac:graphicFrameMkLst>
        </pc:graphicFrameChg>
        <pc:graphicFrameChg chg="add del mod ord modGraphic">
          <ac:chgData name="Kryštof Šejhar" userId="7877af82f8c0d2b4" providerId="LiveId" clId="{4D12394C-7ACF-4E5D-86CD-8BE4938FEE77}" dt="2026-03-29T16:16:41.068" v="898" actId="478"/>
          <ac:graphicFrameMkLst>
            <pc:docMk/>
            <pc:sldMk cId="2184218272" sldId="266"/>
            <ac:graphicFrameMk id="10" creationId="{D37C4711-2DB3-CB59-DE73-0DB1E0640398}"/>
          </ac:graphicFrameMkLst>
        </pc:graphicFrameChg>
        <pc:graphicFrameChg chg="add mod ord modGraphic">
          <ac:chgData name="Kryštof Šejhar" userId="7877af82f8c0d2b4" providerId="LiveId" clId="{4D12394C-7ACF-4E5D-86CD-8BE4938FEE77}" dt="2026-03-29T16:18:35.915" v="950" actId="14734"/>
          <ac:graphicFrameMkLst>
            <pc:docMk/>
            <pc:sldMk cId="2184218272" sldId="266"/>
            <ac:graphicFrameMk id="13" creationId="{81DC54C4-5F5A-A877-A5CF-BD8ACCD273BD}"/>
          </ac:graphicFrameMkLst>
        </pc:graphicFrameChg>
        <pc:picChg chg="add mod">
          <ac:chgData name="Kryštof Šejhar" userId="7877af82f8c0d2b4" providerId="LiveId" clId="{4D12394C-7ACF-4E5D-86CD-8BE4938FEE77}" dt="2026-03-29T16:27:05.233" v="1051" actId="1076"/>
          <ac:picMkLst>
            <pc:docMk/>
            <pc:sldMk cId="2184218272" sldId="266"/>
            <ac:picMk id="5" creationId="{F8915CC0-3E54-6E15-22D8-E2685FBDE5D3}"/>
          </ac:picMkLst>
        </pc:picChg>
      </pc:sldChg>
      <pc:sldChg chg="modSp new mod">
        <pc:chgData name="Kryštof Šejhar" userId="7877af82f8c0d2b4" providerId="LiveId" clId="{4D12394C-7ACF-4E5D-86CD-8BE4938FEE77}" dt="2026-03-29T16:29:28.464" v="1091"/>
        <pc:sldMkLst>
          <pc:docMk/>
          <pc:sldMk cId="3906707138" sldId="267"/>
        </pc:sldMkLst>
        <pc:spChg chg="mod">
          <ac:chgData name="Kryštof Šejhar" userId="7877af82f8c0d2b4" providerId="LiveId" clId="{4D12394C-7ACF-4E5D-86CD-8BE4938FEE77}" dt="2026-03-29T16:27:48.072" v="1082" actId="20577"/>
          <ac:spMkLst>
            <pc:docMk/>
            <pc:sldMk cId="3906707138" sldId="267"/>
            <ac:spMk id="2" creationId="{B2EA1B07-0B6D-D5B1-F93D-F772CA90B7D1}"/>
          </ac:spMkLst>
        </pc:spChg>
        <pc:spChg chg="mod">
          <ac:chgData name="Kryštof Šejhar" userId="7877af82f8c0d2b4" providerId="LiveId" clId="{4D12394C-7ACF-4E5D-86CD-8BE4938FEE77}" dt="2026-03-29T16:29:28.464" v="1091"/>
          <ac:spMkLst>
            <pc:docMk/>
            <pc:sldMk cId="3906707138" sldId="267"/>
            <ac:spMk id="3" creationId="{D14304F1-2BD3-832C-871F-D7F1060DE3B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FDBCD-BBE6-40D4-90F9-16A1FB26EE69}" type="datetimeFigureOut">
              <a:rPr lang="cs-CZ" smtClean="0"/>
              <a:t>29.03.2026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FF1B90B2-B5AF-411E-B492-AD0985EFC50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04449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FDBCD-BBE6-40D4-90F9-16A1FB26EE69}" type="datetimeFigureOut">
              <a:rPr lang="cs-CZ" smtClean="0"/>
              <a:t>29.03.2026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B90B2-B5AF-411E-B492-AD0985EFC50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06316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FDBCD-BBE6-40D4-90F9-16A1FB26EE69}" type="datetimeFigureOut">
              <a:rPr lang="cs-CZ" smtClean="0"/>
              <a:t>29.03.2026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F1B90B2-B5AF-411E-B492-AD0985EFC50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27922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FDBCD-BBE6-40D4-90F9-16A1FB26EE69}" type="datetimeFigureOut">
              <a:rPr lang="cs-CZ" smtClean="0"/>
              <a:t>29.03.2026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F1B90B2-B5AF-411E-B492-AD0985EFC50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45051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FDBCD-BBE6-40D4-90F9-16A1FB26EE69}" type="datetimeFigureOut">
              <a:rPr lang="cs-CZ" smtClean="0"/>
              <a:t>29.03.2026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F1B90B2-B5AF-411E-B492-AD0985EFC50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70142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FDBCD-BBE6-40D4-90F9-16A1FB26EE69}" type="datetimeFigureOut">
              <a:rPr lang="cs-CZ" smtClean="0"/>
              <a:t>29.03.2026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B90B2-B5AF-411E-B492-AD0985EFC50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40716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FDBCD-BBE6-40D4-90F9-16A1FB26EE69}" type="datetimeFigureOut">
              <a:rPr lang="cs-CZ" smtClean="0"/>
              <a:t>29.03.2026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B90B2-B5AF-411E-B492-AD0985EFC50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18506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FDBCD-BBE6-40D4-90F9-16A1FB26EE69}" type="datetimeFigureOut">
              <a:rPr lang="cs-CZ" smtClean="0"/>
              <a:t>29.03.2026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B90B2-B5AF-411E-B492-AD0985EFC50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77583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FDBCD-BBE6-40D4-90F9-16A1FB26EE69}" type="datetimeFigureOut">
              <a:rPr lang="cs-CZ" smtClean="0"/>
              <a:t>29.03.2026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F1B90B2-B5AF-411E-B492-AD0985EFC50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08456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FDBCD-BBE6-40D4-90F9-16A1FB26EE69}" type="datetimeFigureOut">
              <a:rPr lang="cs-CZ" smtClean="0"/>
              <a:t>29.03.2026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F1B90B2-B5AF-411E-B492-AD0985EFC50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73654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FDBCD-BBE6-40D4-90F9-16A1FB26EE69}" type="datetimeFigureOut">
              <a:rPr lang="cs-CZ" smtClean="0"/>
              <a:t>29.03.2026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F1B90B2-B5AF-411E-B492-AD0985EFC501}" type="slidenum">
              <a:rPr lang="cs-CZ" smtClean="0"/>
              <a:t>‹#›</a:t>
            </a:fld>
            <a:endParaRPr lang="cs-CZ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935074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FDBCD-BBE6-40D4-90F9-16A1FB26EE69}" type="datetimeFigureOut">
              <a:rPr lang="cs-CZ" smtClean="0"/>
              <a:t>29.03.2026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F1B90B2-B5AF-411E-B492-AD0985EFC50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918967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FDBCD-BBE6-40D4-90F9-16A1FB26EE69}" type="datetimeFigureOut">
              <a:rPr lang="cs-CZ" smtClean="0"/>
              <a:t>29.03.2026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F1B90B2-B5AF-411E-B492-AD0985EFC501}" type="slidenum">
              <a:rPr lang="cs-CZ" smtClean="0"/>
              <a:t>‹#›</a:t>
            </a:fld>
            <a:endParaRPr lang="cs-CZ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488098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FDBCD-BBE6-40D4-90F9-16A1FB26EE69}" type="datetimeFigureOut">
              <a:rPr lang="cs-CZ" smtClean="0"/>
              <a:t>29.03.2026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F1B90B2-B5AF-411E-B492-AD0985EFC50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654987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FDBCD-BBE6-40D4-90F9-16A1FB26EE69}" type="datetimeFigureOut">
              <a:rPr lang="cs-CZ" smtClean="0"/>
              <a:t>29.03.2026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B90B2-B5AF-411E-B492-AD0985EFC50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169616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FDBCD-BBE6-40D4-90F9-16A1FB26EE69}" type="datetimeFigureOut">
              <a:rPr lang="cs-CZ" smtClean="0"/>
              <a:t>29.03.2026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B90B2-B5AF-411E-B492-AD0985EFC50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95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3FDBCD-BBE6-40D4-90F9-16A1FB26EE69}" type="datetimeFigureOut">
              <a:rPr lang="cs-CZ" smtClean="0"/>
              <a:t>29.03.2026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F1B90B2-B5AF-411E-B492-AD0985EFC50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51188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dsa/backtracking-algorithms/" TargetMode="External"/><Relationship Id="rId2" Type="http://schemas.openxmlformats.org/officeDocument/2006/relationships/hyperlink" Target="https://www.youtube.com/watch?v=4ClOkX0SWW4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geeksforgeeks.org/dsa/merge-sort/" TargetMode="External"/><Relationship Id="rId4" Type="http://schemas.openxmlformats.org/officeDocument/2006/relationships/hyperlink" Target="https://www.geeksforgeeks.org/competitive-programming/dynamic-programmin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01816-A097-15C2-218C-CE3B6AB6F0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Rozd</a:t>
            </a:r>
            <a:r>
              <a:rPr lang="cs-CZ" dirty="0" err="1"/>
              <a:t>ěl</a:t>
            </a:r>
            <a:r>
              <a:rPr lang="cs-CZ" dirty="0"/>
              <a:t> a panuj, dynamické programování, </a:t>
            </a:r>
            <a:r>
              <a:rPr lang="cs-CZ" dirty="0" err="1"/>
              <a:t>backtracking</a:t>
            </a:r>
            <a:endParaRPr lang="cs-CZ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271C0-7FB4-CB52-AB70-5C3FB5741B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72638" y="5972175"/>
            <a:ext cx="1831974" cy="417262"/>
          </a:xfrm>
        </p:spPr>
        <p:txBody>
          <a:bodyPr/>
          <a:lstStyle/>
          <a:p>
            <a:r>
              <a:rPr lang="cs-CZ" dirty="0"/>
              <a:t>Kryštof Šejhar</a:t>
            </a:r>
          </a:p>
        </p:txBody>
      </p:sp>
    </p:spTree>
    <p:extLst>
      <p:ext uri="{BB962C8B-B14F-4D97-AF65-F5344CB8AC3E}">
        <p14:creationId xmlns:p14="http://schemas.microsoft.com/office/powerpoint/2010/main" val="693977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9392C-4230-F497-82B6-C2C317E23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Rozděl a panuj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1FADC-5717-2104-6A2C-9190061AB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Divide</a:t>
            </a:r>
            <a:r>
              <a:rPr lang="cs-CZ" dirty="0"/>
              <a:t> et </a:t>
            </a:r>
            <a:r>
              <a:rPr lang="cs-CZ" dirty="0" err="1"/>
              <a:t>Impera</a:t>
            </a:r>
            <a:endParaRPr lang="cs-CZ" dirty="0"/>
          </a:p>
          <a:p>
            <a:r>
              <a:rPr lang="cs-CZ" dirty="0"/>
              <a:t>Algoritmy řešící problémy na menší části</a:t>
            </a:r>
          </a:p>
          <a:p>
            <a:r>
              <a:rPr lang="cs-CZ" dirty="0"/>
              <a:t>Dokud menší problémy nedosáhnou konstantní velikosti</a:t>
            </a:r>
          </a:p>
          <a:p>
            <a:r>
              <a:rPr lang="cs-CZ" dirty="0"/>
              <a:t>Většinou rekursivní programování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042360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BD7B0-1954-0B7B-3420-3FBCA7858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Rozděl a panuj – </a:t>
            </a:r>
            <a:r>
              <a:rPr lang="cs-CZ" dirty="0" err="1"/>
              <a:t>Merge</a:t>
            </a:r>
            <a:r>
              <a:rPr lang="cs-CZ" dirty="0"/>
              <a:t>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436D5-28E1-F957-3B2F-4AF363522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O(n log(n))</a:t>
            </a:r>
          </a:p>
          <a:p>
            <a:r>
              <a:rPr lang="cs-CZ" dirty="0"/>
              <a:t>John von Neumann 1945</a:t>
            </a:r>
          </a:p>
          <a:p>
            <a:r>
              <a:rPr lang="cs-CZ" dirty="0"/>
              <a:t>Nejdříve rozdělí původní list na prvky - </a:t>
            </a:r>
            <a:r>
              <a:rPr lang="cs-CZ" dirty="0" err="1"/>
              <a:t>divide</a:t>
            </a:r>
            <a:endParaRPr lang="cs-CZ" dirty="0"/>
          </a:p>
          <a:p>
            <a:r>
              <a:rPr lang="cs-CZ" dirty="0"/>
              <a:t>Poté je postupně porovnává mezi sebou - et </a:t>
            </a:r>
            <a:r>
              <a:rPr lang="cs-CZ" dirty="0" err="1"/>
              <a:t>empera</a:t>
            </a:r>
            <a:endParaRPr lang="cs-CZ" dirty="0"/>
          </a:p>
          <a:p>
            <a:r>
              <a:rPr lang="cs-CZ" dirty="0"/>
              <a:t>Pro všechny kroky využívá rekurze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0A2215-7C30-08E9-D60E-1FDC00E0F5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4906" y="4355122"/>
            <a:ext cx="4616938" cy="2308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671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8C12A-3A44-8B97-360D-E542E7A0E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Dynamické programování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530C4-41C5-A83F-44F8-C6F20E7E4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Rychlejší než </a:t>
            </a:r>
            <a:r>
              <a:rPr lang="cs-CZ" dirty="0" err="1"/>
              <a:t>backtracking</a:t>
            </a:r>
            <a:endParaRPr lang="cs-CZ" dirty="0"/>
          </a:p>
          <a:p>
            <a:r>
              <a:rPr lang="cs-CZ" dirty="0"/>
              <a:t>Richard </a:t>
            </a:r>
            <a:r>
              <a:rPr lang="cs-CZ" dirty="0" err="1"/>
              <a:t>Bellman</a:t>
            </a:r>
            <a:r>
              <a:rPr lang="cs-CZ" dirty="0"/>
              <a:t> 1950 – 1959</a:t>
            </a:r>
          </a:p>
          <a:p>
            <a:r>
              <a:rPr lang="cs-CZ" dirty="0"/>
              <a:t>Rekurzivně rozděluje problém na podproblémy</a:t>
            </a:r>
            <a:endParaRPr lang="en-US" dirty="0"/>
          </a:p>
          <a:p>
            <a:r>
              <a:rPr lang="en-US" dirty="0" err="1"/>
              <a:t>Probl</a:t>
            </a:r>
            <a:r>
              <a:rPr lang="cs-CZ" dirty="0" err="1"/>
              <a:t>émy</a:t>
            </a:r>
            <a:r>
              <a:rPr lang="cs-CZ" dirty="0"/>
              <a:t> které lze řešit </a:t>
            </a:r>
            <a:r>
              <a:rPr lang="cs-CZ" dirty="0" err="1"/>
              <a:t>backtrackingem</a:t>
            </a:r>
            <a:r>
              <a:rPr lang="cs-CZ" dirty="0"/>
              <a:t> se snaží řešit bez exponenciální časové složitosti</a:t>
            </a:r>
          </a:p>
        </p:txBody>
      </p:sp>
    </p:spTree>
    <p:extLst>
      <p:ext uri="{BB962C8B-B14F-4D97-AF65-F5344CB8AC3E}">
        <p14:creationId xmlns:p14="http://schemas.microsoft.com/office/powerpoint/2010/main" val="1391192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3FE1A-6AAF-E0EB-167D-D7043C16C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Fibonnaciho</a:t>
            </a:r>
            <a:r>
              <a:rPr lang="cs-CZ" dirty="0"/>
              <a:t> číslo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B057E-668A-C832-5580-213B2573F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Z matematické definice: </a:t>
            </a:r>
          </a:p>
          <a:p>
            <a:pPr marL="0" indent="0">
              <a:buNone/>
            </a:pPr>
            <a:r>
              <a:rPr lang="en-US" b="1" dirty="0"/>
              <a:t>function</a:t>
            </a:r>
            <a:r>
              <a:rPr lang="en-US" dirty="0"/>
              <a:t> fib(n)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b="1" dirty="0"/>
              <a:t>if</a:t>
            </a:r>
            <a:r>
              <a:rPr lang="en-US" dirty="0"/>
              <a:t> n &lt;= 1 </a:t>
            </a:r>
            <a:r>
              <a:rPr lang="en-US" b="1" dirty="0"/>
              <a:t>return</a:t>
            </a:r>
            <a:r>
              <a:rPr lang="en-US" dirty="0"/>
              <a:t> n</a:t>
            </a:r>
            <a:endParaRPr lang="cs-CZ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return</a:t>
            </a:r>
            <a:r>
              <a:rPr lang="en-US" dirty="0"/>
              <a:t> fib(n − 1) + fib(n − 2)</a:t>
            </a:r>
          </a:p>
          <a:p>
            <a:r>
              <a:rPr lang="cs-CZ" dirty="0"/>
              <a:t>Pro </a:t>
            </a:r>
            <a:r>
              <a:rPr lang="cs-CZ" b="1" dirty="0" err="1"/>
              <a:t>fib</a:t>
            </a:r>
            <a:r>
              <a:rPr lang="cs-CZ" b="1" dirty="0"/>
              <a:t>(5):</a:t>
            </a:r>
          </a:p>
          <a:p>
            <a:pPr marL="0" indent="0">
              <a:buNone/>
            </a:pPr>
            <a:r>
              <a:rPr lang="cs-CZ" dirty="0"/>
              <a:t>(((</a:t>
            </a:r>
            <a:r>
              <a:rPr lang="cs-CZ" dirty="0" err="1"/>
              <a:t>fib</a:t>
            </a:r>
            <a:r>
              <a:rPr lang="cs-CZ" dirty="0"/>
              <a:t>(1) + </a:t>
            </a:r>
            <a:r>
              <a:rPr lang="cs-CZ" dirty="0" err="1"/>
              <a:t>fib</a:t>
            </a:r>
            <a:r>
              <a:rPr lang="cs-CZ" dirty="0"/>
              <a:t>(0)) + </a:t>
            </a:r>
            <a:r>
              <a:rPr lang="cs-CZ" dirty="0" err="1"/>
              <a:t>fib</a:t>
            </a:r>
            <a:r>
              <a:rPr lang="cs-CZ" dirty="0"/>
              <a:t>(1)) + (</a:t>
            </a:r>
            <a:r>
              <a:rPr lang="cs-CZ" dirty="0" err="1"/>
              <a:t>fib</a:t>
            </a:r>
            <a:r>
              <a:rPr lang="cs-CZ" dirty="0"/>
              <a:t>(1) + </a:t>
            </a:r>
            <a:r>
              <a:rPr lang="cs-CZ" dirty="0" err="1"/>
              <a:t>fib</a:t>
            </a:r>
            <a:r>
              <a:rPr lang="cs-CZ" dirty="0"/>
              <a:t>(0))) + ((</a:t>
            </a:r>
            <a:r>
              <a:rPr lang="cs-CZ" dirty="0" err="1"/>
              <a:t>fib</a:t>
            </a:r>
            <a:r>
              <a:rPr lang="cs-CZ" dirty="0"/>
              <a:t>(1) + </a:t>
            </a:r>
            <a:r>
              <a:rPr lang="cs-CZ" dirty="0" err="1"/>
              <a:t>fib</a:t>
            </a:r>
            <a:r>
              <a:rPr lang="cs-CZ" dirty="0"/>
              <a:t>(0)) + </a:t>
            </a:r>
            <a:r>
              <a:rPr lang="cs-CZ" dirty="0" err="1"/>
              <a:t>fib</a:t>
            </a:r>
            <a:r>
              <a:rPr lang="cs-CZ" dirty="0"/>
              <a:t>(1))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83211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C74B6-313B-BE73-5307-F6078A71B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Fibonnaciho</a:t>
            </a:r>
            <a:r>
              <a:rPr lang="cs-CZ" dirty="0"/>
              <a:t> čísla dynamicky </a:t>
            </a:r>
            <a:br>
              <a:rPr lang="cs-CZ" dirty="0"/>
            </a:br>
            <a:r>
              <a:rPr lang="cs-CZ" dirty="0" err="1"/>
              <a:t>topdown</a:t>
            </a:r>
            <a:endParaRPr lang="cs-C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49DAA-F948-A9F3-BB96-62DB4F85A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Pomocí dynamického přístupu top – </a:t>
            </a:r>
            <a:r>
              <a:rPr lang="cs-CZ" dirty="0" err="1"/>
              <a:t>down</a:t>
            </a:r>
            <a:r>
              <a:rPr lang="cs-CZ" dirty="0"/>
              <a:t>:</a:t>
            </a:r>
          </a:p>
          <a:p>
            <a:pPr marL="0" indent="0">
              <a:buNone/>
            </a:pPr>
            <a:r>
              <a:rPr lang="en-US" b="1" dirty="0"/>
              <a:t>var</a:t>
            </a:r>
            <a:r>
              <a:rPr lang="en-US" dirty="0"/>
              <a:t> m := </a:t>
            </a:r>
            <a:r>
              <a:rPr lang="en-US" b="1" i="1" dirty="0"/>
              <a:t>map</a:t>
            </a:r>
            <a:r>
              <a:rPr lang="en-US" dirty="0"/>
              <a:t>(0 → 0, 1 → 1)</a:t>
            </a:r>
          </a:p>
          <a:p>
            <a:pPr marL="0" indent="0">
              <a:buNone/>
            </a:pPr>
            <a:r>
              <a:rPr lang="en-US" b="1" dirty="0"/>
              <a:t>function</a:t>
            </a:r>
            <a:r>
              <a:rPr lang="en-US" dirty="0"/>
              <a:t> fib(n)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b="1" dirty="0"/>
              <a:t>if </a:t>
            </a:r>
            <a:r>
              <a:rPr lang="en-US" b="1" i="1" dirty="0"/>
              <a:t>key</a:t>
            </a:r>
            <a:r>
              <a:rPr lang="en-US" dirty="0"/>
              <a:t> n </a:t>
            </a:r>
            <a:r>
              <a:rPr lang="en-US" b="1" dirty="0"/>
              <a:t>is not in </a:t>
            </a:r>
            <a:r>
              <a:rPr lang="en-US" b="1" i="1" dirty="0"/>
              <a:t>map</a:t>
            </a:r>
            <a:r>
              <a:rPr lang="en-US" dirty="0"/>
              <a:t> m </a:t>
            </a:r>
          </a:p>
          <a:p>
            <a:pPr marL="0" indent="0">
              <a:buNone/>
            </a:pPr>
            <a:r>
              <a:rPr lang="en-US" dirty="0"/>
              <a:t>        m[n] := fib(n − 1) + fib(n − 2)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b="1" dirty="0"/>
              <a:t>return</a:t>
            </a:r>
            <a:r>
              <a:rPr lang="en-US" dirty="0"/>
              <a:t> m[n]</a:t>
            </a:r>
            <a:endParaRPr lang="cs-CZ" dirty="0"/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r>
              <a:rPr lang="cs-CZ" dirty="0"/>
              <a:t>Funkce si mapuje již použité hodnoty – časová složitost O(n), využívá O(n) místa</a:t>
            </a:r>
          </a:p>
          <a:p>
            <a:pPr marL="0" indent="0">
              <a:buNone/>
            </a:pPr>
            <a:r>
              <a:rPr lang="cs-CZ" dirty="0"/>
              <a:t>V </a:t>
            </a:r>
            <a:r>
              <a:rPr lang="cs-CZ" b="1" dirty="0"/>
              <a:t>map m </a:t>
            </a:r>
            <a:r>
              <a:rPr lang="cs-CZ" dirty="0"/>
              <a:t>ukládá již spočítané podproblémy</a:t>
            </a:r>
            <a:endParaRPr lang="en-US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33149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A65C3-90D3-BC4D-C1D7-F34F204D7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Fibonnaciho</a:t>
            </a:r>
            <a:r>
              <a:rPr lang="cs-CZ" dirty="0"/>
              <a:t> čísla dynamicky </a:t>
            </a:r>
            <a:br>
              <a:rPr lang="cs-CZ" dirty="0"/>
            </a:br>
            <a:r>
              <a:rPr lang="cs-CZ" dirty="0" err="1"/>
              <a:t>bottom</a:t>
            </a:r>
            <a:r>
              <a:rPr lang="cs-CZ" dirty="0"/>
              <a:t>-up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5C36A-DD71-59F2-94AB-4C037C9AF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599"/>
            <a:ext cx="8915400" cy="4583723"/>
          </a:xfrm>
        </p:spPr>
        <p:txBody>
          <a:bodyPr>
            <a:normAutofit fontScale="92500" lnSpcReduction="20000"/>
          </a:bodyPr>
          <a:lstStyle/>
          <a:p>
            <a:r>
              <a:rPr lang="cs-CZ" dirty="0" err="1"/>
              <a:t>Bottom</a:t>
            </a:r>
            <a:r>
              <a:rPr lang="cs-CZ" dirty="0"/>
              <a:t>-up vezme problém z druhé strany</a:t>
            </a:r>
          </a:p>
          <a:p>
            <a:pPr marL="0" indent="0">
              <a:buNone/>
            </a:pPr>
            <a:r>
              <a:rPr lang="cs-CZ" b="1" dirty="0" err="1"/>
              <a:t>function</a:t>
            </a:r>
            <a:r>
              <a:rPr lang="cs-CZ" dirty="0"/>
              <a:t> </a:t>
            </a:r>
            <a:r>
              <a:rPr lang="cs-CZ" dirty="0" err="1"/>
              <a:t>fib</a:t>
            </a:r>
            <a:r>
              <a:rPr lang="cs-CZ" dirty="0"/>
              <a:t>(n)</a:t>
            </a:r>
          </a:p>
          <a:p>
            <a:pPr marL="0" indent="0">
              <a:buNone/>
            </a:pPr>
            <a:r>
              <a:rPr lang="cs-CZ" dirty="0"/>
              <a:t>    </a:t>
            </a:r>
            <a:r>
              <a:rPr lang="cs-CZ" b="1" dirty="0" err="1"/>
              <a:t>if</a:t>
            </a:r>
            <a:r>
              <a:rPr lang="cs-CZ" dirty="0"/>
              <a:t> n = 0</a:t>
            </a:r>
          </a:p>
          <a:p>
            <a:pPr marL="0" indent="0">
              <a:buNone/>
            </a:pPr>
            <a:r>
              <a:rPr lang="cs-CZ" dirty="0"/>
              <a:t>        </a:t>
            </a:r>
            <a:r>
              <a:rPr lang="cs-CZ" b="1" dirty="0"/>
              <a:t>return</a:t>
            </a:r>
            <a:r>
              <a:rPr lang="cs-CZ" dirty="0"/>
              <a:t> 0</a:t>
            </a:r>
          </a:p>
          <a:p>
            <a:pPr marL="0" indent="0">
              <a:buNone/>
            </a:pPr>
            <a:r>
              <a:rPr lang="cs-CZ" dirty="0"/>
              <a:t>    </a:t>
            </a:r>
            <a:r>
              <a:rPr lang="cs-CZ" b="1" dirty="0" err="1"/>
              <a:t>else</a:t>
            </a:r>
            <a:endParaRPr lang="cs-CZ" dirty="0"/>
          </a:p>
          <a:p>
            <a:pPr marL="0" indent="0">
              <a:buNone/>
            </a:pPr>
            <a:r>
              <a:rPr lang="cs-CZ" dirty="0"/>
              <a:t>        </a:t>
            </a:r>
            <a:r>
              <a:rPr lang="cs-CZ" b="1" dirty="0"/>
              <a:t>var</a:t>
            </a:r>
            <a:r>
              <a:rPr lang="cs-CZ" dirty="0"/>
              <a:t> </a:t>
            </a:r>
            <a:r>
              <a:rPr lang="cs-CZ" dirty="0" err="1"/>
              <a:t>previousFib</a:t>
            </a:r>
            <a:r>
              <a:rPr lang="cs-CZ" dirty="0"/>
              <a:t> := 0, </a:t>
            </a:r>
            <a:r>
              <a:rPr lang="cs-CZ" dirty="0" err="1"/>
              <a:t>currentFib</a:t>
            </a:r>
            <a:r>
              <a:rPr lang="cs-CZ" dirty="0"/>
              <a:t> := 1</a:t>
            </a:r>
          </a:p>
          <a:p>
            <a:pPr marL="0" indent="0">
              <a:buNone/>
            </a:pPr>
            <a:r>
              <a:rPr lang="cs-CZ" dirty="0"/>
              <a:t>        </a:t>
            </a:r>
            <a:r>
              <a:rPr lang="cs-CZ" b="1" dirty="0" err="1"/>
              <a:t>repeat</a:t>
            </a:r>
            <a:r>
              <a:rPr lang="cs-CZ" dirty="0"/>
              <a:t> n − 1 </a:t>
            </a:r>
            <a:r>
              <a:rPr lang="cs-CZ" b="1" dirty="0" err="1"/>
              <a:t>times</a:t>
            </a:r>
            <a:r>
              <a:rPr lang="cs-CZ" dirty="0"/>
              <a:t> </a:t>
            </a:r>
          </a:p>
          <a:p>
            <a:pPr marL="0" indent="0">
              <a:buNone/>
            </a:pPr>
            <a:r>
              <a:rPr lang="cs-CZ" b="1" dirty="0"/>
              <a:t>	     var</a:t>
            </a:r>
            <a:r>
              <a:rPr lang="cs-CZ" dirty="0"/>
              <a:t> </a:t>
            </a:r>
            <a:r>
              <a:rPr lang="cs-CZ" dirty="0" err="1"/>
              <a:t>newFib</a:t>
            </a:r>
            <a:r>
              <a:rPr lang="cs-CZ" dirty="0"/>
              <a:t> := </a:t>
            </a:r>
            <a:r>
              <a:rPr lang="cs-CZ" dirty="0" err="1"/>
              <a:t>previousFib</a:t>
            </a:r>
            <a:r>
              <a:rPr lang="cs-CZ" dirty="0"/>
              <a:t> + </a:t>
            </a:r>
            <a:r>
              <a:rPr lang="cs-CZ" dirty="0" err="1"/>
              <a:t>currentFib</a:t>
            </a:r>
            <a:endParaRPr lang="cs-CZ" dirty="0"/>
          </a:p>
          <a:p>
            <a:pPr marL="0" indent="0">
              <a:buNone/>
            </a:pPr>
            <a:r>
              <a:rPr lang="cs-CZ" dirty="0"/>
              <a:t>            </a:t>
            </a:r>
            <a:r>
              <a:rPr lang="cs-CZ" dirty="0" err="1"/>
              <a:t>previousFib</a:t>
            </a:r>
            <a:r>
              <a:rPr lang="cs-CZ" dirty="0"/>
              <a:t> := </a:t>
            </a:r>
            <a:r>
              <a:rPr lang="cs-CZ" dirty="0" err="1"/>
              <a:t>currentFib</a:t>
            </a:r>
            <a:endParaRPr lang="cs-CZ" dirty="0"/>
          </a:p>
          <a:p>
            <a:pPr marL="0" indent="0">
              <a:buNone/>
            </a:pPr>
            <a:r>
              <a:rPr lang="cs-CZ" dirty="0"/>
              <a:t>            </a:t>
            </a:r>
            <a:r>
              <a:rPr lang="cs-CZ" dirty="0" err="1"/>
              <a:t>currentFib</a:t>
            </a:r>
            <a:r>
              <a:rPr lang="cs-CZ" dirty="0"/>
              <a:t>  := </a:t>
            </a:r>
            <a:r>
              <a:rPr lang="cs-CZ" dirty="0" err="1"/>
              <a:t>newFib</a:t>
            </a:r>
            <a:endParaRPr lang="cs-CZ" dirty="0"/>
          </a:p>
          <a:p>
            <a:pPr marL="0" indent="0">
              <a:buNone/>
            </a:pPr>
            <a:r>
              <a:rPr lang="cs-CZ" dirty="0"/>
              <a:t>        </a:t>
            </a:r>
            <a:r>
              <a:rPr lang="cs-CZ" b="1" dirty="0"/>
              <a:t>return</a:t>
            </a:r>
            <a:r>
              <a:rPr lang="cs-CZ" dirty="0"/>
              <a:t> </a:t>
            </a:r>
            <a:r>
              <a:rPr lang="cs-CZ" dirty="0" err="1"/>
              <a:t>currentFib</a:t>
            </a:r>
            <a:endParaRPr lang="cs-CZ" dirty="0"/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r>
              <a:rPr lang="cs-CZ" dirty="0"/>
              <a:t>Ukládá pouze nutné hodnoty, rekurzi nevyužívá, s časovou složitostí O(n)</a:t>
            </a:r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131456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88B69-D4A1-2277-7D8B-5CAEDE805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Backtracking</a:t>
            </a:r>
            <a:endParaRPr lang="cs-C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1039E-85CC-2F3A-0E6F-211D78187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„zpětné vyhledávání“</a:t>
            </a:r>
          </a:p>
          <a:p>
            <a:r>
              <a:rPr lang="cs-CZ" dirty="0"/>
              <a:t>Dělá si seznam možných kandidátů, přičemž postupně odebírá kandidáty nevedoucí ke správnému výsledku</a:t>
            </a:r>
          </a:p>
          <a:p>
            <a:r>
              <a:rPr lang="cs-CZ" dirty="0"/>
              <a:t>Rekurzivně se vrací po vyřazení kandidáta</a:t>
            </a:r>
          </a:p>
          <a:p>
            <a:r>
              <a:rPr lang="cs-CZ" dirty="0"/>
              <a:t>Nejpoužívanější na různé logické hry – sudoku, křížovky</a:t>
            </a:r>
          </a:p>
          <a:p>
            <a:r>
              <a:rPr lang="cs-CZ" b="1" dirty="0"/>
              <a:t>O(</a:t>
            </a:r>
            <a:r>
              <a:rPr lang="cs-CZ" b="1" dirty="0" err="1"/>
              <a:t>b^d</a:t>
            </a:r>
            <a:r>
              <a:rPr lang="cs-CZ" b="1" dirty="0"/>
              <a:t>), </a:t>
            </a:r>
            <a:r>
              <a:rPr lang="cs-CZ" dirty="0"/>
              <a:t>kde </a:t>
            </a:r>
            <a:r>
              <a:rPr lang="cs-CZ" b="1" dirty="0"/>
              <a:t>b</a:t>
            </a:r>
            <a:r>
              <a:rPr lang="cs-CZ" dirty="0"/>
              <a:t> </a:t>
            </a:r>
            <a:r>
              <a:rPr lang="cs-CZ" b="1" dirty="0"/>
              <a:t>je počet možností </a:t>
            </a:r>
            <a:r>
              <a:rPr lang="cs-CZ" dirty="0"/>
              <a:t>na každém kroku a </a:t>
            </a:r>
            <a:r>
              <a:rPr lang="cs-CZ" b="1" dirty="0"/>
              <a:t>d</a:t>
            </a:r>
            <a:r>
              <a:rPr lang="cs-CZ" dirty="0"/>
              <a:t> </a:t>
            </a:r>
            <a:r>
              <a:rPr lang="cs-CZ" b="1" dirty="0"/>
              <a:t>maximální hloubka</a:t>
            </a:r>
          </a:p>
          <a:p>
            <a:endParaRPr lang="cs-CZ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DD1FF8-4F30-59B3-606F-58EB7394C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5854" y="4697900"/>
            <a:ext cx="4001058" cy="17528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57BB01-34DF-9ED6-8996-766AA4FCF1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529" y="4697900"/>
            <a:ext cx="3886844" cy="1939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787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D1D31-2D20-C55F-8280-3E5554B1E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Backtracking</a:t>
            </a:r>
            <a:r>
              <a:rPr lang="cs-CZ" dirty="0"/>
              <a:t> - příklady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54214-AC31-2280-5B1D-DAB18EA2B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836" y="2391507"/>
            <a:ext cx="1525588" cy="3658283"/>
          </a:xfrm>
        </p:spPr>
        <p:txBody>
          <a:bodyPr/>
          <a:lstStyle/>
          <a:p>
            <a:pPr marL="0" indent="0">
              <a:buNone/>
            </a:pPr>
            <a:r>
              <a:rPr lang="cs-CZ" dirty="0"/>
              <a:t>Chceme najít sety čísel z pole, jejichž součet je n</a:t>
            </a:r>
          </a:p>
          <a:p>
            <a:pPr marL="0" indent="0">
              <a:buNone/>
            </a:pPr>
            <a:endParaRPr lang="cs-CZ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1920CB-AA6F-8AC8-AB1D-F6CB09828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291" y="1627480"/>
            <a:ext cx="10468709" cy="523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475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52019-8BB2-DDB3-B676-C2BD8AAD3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DP x </a:t>
            </a:r>
            <a:r>
              <a:rPr lang="cs-CZ" dirty="0" err="1"/>
              <a:t>Backtracking</a:t>
            </a:r>
            <a:r>
              <a:rPr lang="cs-CZ" dirty="0"/>
              <a:t> LCS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6AE4B-C5D7-EF40-0A6F-C06F314EF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Chceme najít nejdelší společný </a:t>
            </a:r>
            <a:r>
              <a:rPr lang="cs-CZ" dirty="0" err="1"/>
              <a:t>string</a:t>
            </a:r>
            <a:r>
              <a:rPr lang="cs-CZ" dirty="0"/>
              <a:t> dvou </a:t>
            </a:r>
            <a:r>
              <a:rPr lang="cs-CZ" dirty="0" err="1"/>
              <a:t>stringů</a:t>
            </a:r>
            <a:endParaRPr lang="cs-CZ" dirty="0"/>
          </a:p>
          <a:p>
            <a:r>
              <a:rPr lang="cs-CZ" dirty="0"/>
              <a:t>Využito například při hledání změn v kódu</a:t>
            </a:r>
          </a:p>
          <a:p>
            <a:r>
              <a:rPr lang="cs-CZ" dirty="0" err="1"/>
              <a:t>Backtracking</a:t>
            </a:r>
            <a:r>
              <a:rPr lang="cs-CZ" dirty="0"/>
              <a:t> O(2^n), Dynamické programování O(n x m)</a:t>
            </a:r>
          </a:p>
          <a:p>
            <a:r>
              <a:rPr lang="cs-CZ" dirty="0"/>
              <a:t>Například: povlek, vlk; pro </a:t>
            </a:r>
            <a:r>
              <a:rPr lang="cs-CZ" dirty="0" err="1"/>
              <a:t>backtracking</a:t>
            </a:r>
            <a:r>
              <a:rPr lang="cs-CZ" dirty="0"/>
              <a:t> O(2^(6 + 3)), DP O(6 x 3)</a:t>
            </a:r>
          </a:p>
          <a:p>
            <a:r>
              <a:rPr lang="cs-CZ" dirty="0"/>
              <a:t>DP řešení používá matici</a:t>
            </a:r>
          </a:p>
        </p:txBody>
      </p:sp>
    </p:spTree>
    <p:extLst>
      <p:ext uri="{BB962C8B-B14F-4D97-AF65-F5344CB8AC3E}">
        <p14:creationId xmlns:p14="http://schemas.microsoft.com/office/powerpoint/2010/main" val="2352220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B1FBE-8B96-5473-1401-8E9DD8F98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DP řešení</a:t>
            </a:r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81DC54C4-5F5A-A877-A5CF-BD8ACCD273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9520062"/>
              </p:ext>
            </p:extLst>
          </p:nvPr>
        </p:nvGraphicFramePr>
        <p:xfrm>
          <a:off x="2589212" y="2133600"/>
          <a:ext cx="6959232" cy="38363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9904">
                  <a:extLst>
                    <a:ext uri="{9D8B030D-6E8A-4147-A177-3AD203B41FA5}">
                      <a16:colId xmlns:a16="http://schemas.microsoft.com/office/drawing/2014/main" val="4229853256"/>
                    </a:ext>
                  </a:extLst>
                </a:gridCol>
                <a:gridCol w="869904">
                  <a:extLst>
                    <a:ext uri="{9D8B030D-6E8A-4147-A177-3AD203B41FA5}">
                      <a16:colId xmlns:a16="http://schemas.microsoft.com/office/drawing/2014/main" val="1291645131"/>
                    </a:ext>
                  </a:extLst>
                </a:gridCol>
                <a:gridCol w="869904">
                  <a:extLst>
                    <a:ext uri="{9D8B030D-6E8A-4147-A177-3AD203B41FA5}">
                      <a16:colId xmlns:a16="http://schemas.microsoft.com/office/drawing/2014/main" val="1704064288"/>
                    </a:ext>
                  </a:extLst>
                </a:gridCol>
                <a:gridCol w="869904">
                  <a:extLst>
                    <a:ext uri="{9D8B030D-6E8A-4147-A177-3AD203B41FA5}">
                      <a16:colId xmlns:a16="http://schemas.microsoft.com/office/drawing/2014/main" val="2770294641"/>
                    </a:ext>
                  </a:extLst>
                </a:gridCol>
                <a:gridCol w="869904">
                  <a:extLst>
                    <a:ext uri="{9D8B030D-6E8A-4147-A177-3AD203B41FA5}">
                      <a16:colId xmlns:a16="http://schemas.microsoft.com/office/drawing/2014/main" val="3312755822"/>
                    </a:ext>
                  </a:extLst>
                </a:gridCol>
                <a:gridCol w="869904">
                  <a:extLst>
                    <a:ext uri="{9D8B030D-6E8A-4147-A177-3AD203B41FA5}">
                      <a16:colId xmlns:a16="http://schemas.microsoft.com/office/drawing/2014/main" val="148920595"/>
                    </a:ext>
                  </a:extLst>
                </a:gridCol>
                <a:gridCol w="869904">
                  <a:extLst>
                    <a:ext uri="{9D8B030D-6E8A-4147-A177-3AD203B41FA5}">
                      <a16:colId xmlns:a16="http://schemas.microsoft.com/office/drawing/2014/main" val="3740718983"/>
                    </a:ext>
                  </a:extLst>
                </a:gridCol>
                <a:gridCol w="869904">
                  <a:extLst>
                    <a:ext uri="{9D8B030D-6E8A-4147-A177-3AD203B41FA5}">
                      <a16:colId xmlns:a16="http://schemas.microsoft.com/office/drawing/2014/main" val="4190494585"/>
                    </a:ext>
                  </a:extLst>
                </a:gridCol>
              </a:tblGrid>
              <a:tr h="767275">
                <a:tc>
                  <a:txBody>
                    <a:bodyPr/>
                    <a:lstStyle/>
                    <a:p>
                      <a:pPr algn="ctr"/>
                      <a:r>
                        <a:rPr lang="cs-CZ" sz="4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4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4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4400" dirty="0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4400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4400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4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4400" dirty="0"/>
                        <a:t>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452555"/>
                  </a:ext>
                </a:extLst>
              </a:tr>
              <a:tr h="767275">
                <a:tc>
                  <a:txBody>
                    <a:bodyPr/>
                    <a:lstStyle/>
                    <a:p>
                      <a:pPr algn="ctr"/>
                      <a:r>
                        <a:rPr lang="cs-CZ" sz="4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4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4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4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4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4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4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4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9448713"/>
                  </a:ext>
                </a:extLst>
              </a:tr>
              <a:tr h="767275">
                <a:tc>
                  <a:txBody>
                    <a:bodyPr/>
                    <a:lstStyle/>
                    <a:p>
                      <a:pPr algn="ctr"/>
                      <a:r>
                        <a:rPr lang="cs-CZ" sz="4400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4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4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4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4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4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4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4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9982081"/>
                  </a:ext>
                </a:extLst>
              </a:tr>
              <a:tr h="767275">
                <a:tc>
                  <a:txBody>
                    <a:bodyPr/>
                    <a:lstStyle/>
                    <a:p>
                      <a:pPr algn="ctr"/>
                      <a:r>
                        <a:rPr lang="cs-CZ" sz="4400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4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4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4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4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4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4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4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0685487"/>
                  </a:ext>
                </a:extLst>
              </a:tr>
              <a:tr h="767275">
                <a:tc>
                  <a:txBody>
                    <a:bodyPr/>
                    <a:lstStyle/>
                    <a:p>
                      <a:pPr algn="ctr"/>
                      <a:r>
                        <a:rPr lang="cs-CZ" sz="4400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4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4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4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4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4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4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44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6983048"/>
                  </a:ext>
                </a:extLst>
              </a:tr>
            </a:tbl>
          </a:graphicData>
        </a:graphic>
      </p:graphicFrame>
      <p:sp>
        <p:nvSpPr>
          <p:cNvPr id="14" name="Arrow: Left 13">
            <a:extLst>
              <a:ext uri="{FF2B5EF4-FFF2-40B4-BE49-F238E27FC236}">
                <a16:creationId xmlns:a16="http://schemas.microsoft.com/office/drawing/2014/main" id="{6AF85BB8-A3A0-D1F1-EF28-2369CD1E42CE}"/>
              </a:ext>
            </a:extLst>
          </p:cNvPr>
          <p:cNvSpPr/>
          <p:nvPr/>
        </p:nvSpPr>
        <p:spPr>
          <a:xfrm rot="2700000">
            <a:off x="5770682" y="3517000"/>
            <a:ext cx="491563" cy="26670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5" name="Arrow: Left 14">
            <a:extLst>
              <a:ext uri="{FF2B5EF4-FFF2-40B4-BE49-F238E27FC236}">
                <a16:creationId xmlns:a16="http://schemas.microsoft.com/office/drawing/2014/main" id="{9AAE2685-1797-7D1C-0671-79CF4B71B79E}"/>
              </a:ext>
            </a:extLst>
          </p:cNvPr>
          <p:cNvSpPr/>
          <p:nvPr/>
        </p:nvSpPr>
        <p:spPr>
          <a:xfrm rot="2700000">
            <a:off x="6688418" y="4296429"/>
            <a:ext cx="491563" cy="26670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Arrow: Left 15">
            <a:extLst>
              <a:ext uri="{FF2B5EF4-FFF2-40B4-BE49-F238E27FC236}">
                <a16:creationId xmlns:a16="http://schemas.microsoft.com/office/drawing/2014/main" id="{5E95CDA3-7BAC-5B49-69B5-DF855DE3B440}"/>
              </a:ext>
            </a:extLst>
          </p:cNvPr>
          <p:cNvSpPr/>
          <p:nvPr/>
        </p:nvSpPr>
        <p:spPr>
          <a:xfrm rot="2700000">
            <a:off x="8379472" y="5037913"/>
            <a:ext cx="491563" cy="26670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7" name="Arrow: Left 16">
            <a:extLst>
              <a:ext uri="{FF2B5EF4-FFF2-40B4-BE49-F238E27FC236}">
                <a16:creationId xmlns:a16="http://schemas.microsoft.com/office/drawing/2014/main" id="{256B6750-8152-CAB6-2B99-0CFC7C1EC2D2}"/>
              </a:ext>
            </a:extLst>
          </p:cNvPr>
          <p:cNvSpPr/>
          <p:nvPr/>
        </p:nvSpPr>
        <p:spPr>
          <a:xfrm>
            <a:off x="6745365" y="3918437"/>
            <a:ext cx="377667" cy="266700"/>
          </a:xfrm>
          <a:prstGeom prst="lef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Arrow: Left 17">
            <a:extLst>
              <a:ext uri="{FF2B5EF4-FFF2-40B4-BE49-F238E27FC236}">
                <a16:creationId xmlns:a16="http://schemas.microsoft.com/office/drawing/2014/main" id="{8DFB6038-DD95-A7AD-584F-B942A91067EE}"/>
              </a:ext>
            </a:extLst>
          </p:cNvPr>
          <p:cNvSpPr/>
          <p:nvPr/>
        </p:nvSpPr>
        <p:spPr>
          <a:xfrm>
            <a:off x="7593620" y="3918437"/>
            <a:ext cx="377667" cy="266700"/>
          </a:xfrm>
          <a:prstGeom prst="lef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9" name="Arrow: Left 18">
            <a:extLst>
              <a:ext uri="{FF2B5EF4-FFF2-40B4-BE49-F238E27FC236}">
                <a16:creationId xmlns:a16="http://schemas.microsoft.com/office/drawing/2014/main" id="{66DBB9F4-4266-823D-CBD4-48CA311F447A}"/>
              </a:ext>
            </a:extLst>
          </p:cNvPr>
          <p:cNvSpPr/>
          <p:nvPr/>
        </p:nvSpPr>
        <p:spPr>
          <a:xfrm>
            <a:off x="8441875" y="3918437"/>
            <a:ext cx="377667" cy="266700"/>
          </a:xfrm>
          <a:prstGeom prst="lef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0" name="Arrow: Left 19">
            <a:extLst>
              <a:ext uri="{FF2B5EF4-FFF2-40B4-BE49-F238E27FC236}">
                <a16:creationId xmlns:a16="http://schemas.microsoft.com/office/drawing/2014/main" id="{B3323909-8589-87DE-96FB-D4BEECD10418}"/>
              </a:ext>
            </a:extLst>
          </p:cNvPr>
          <p:cNvSpPr/>
          <p:nvPr/>
        </p:nvSpPr>
        <p:spPr>
          <a:xfrm>
            <a:off x="7603270" y="4697866"/>
            <a:ext cx="377667" cy="266700"/>
          </a:xfrm>
          <a:prstGeom prst="lef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1" name="Arrow: Left 20">
            <a:extLst>
              <a:ext uri="{FF2B5EF4-FFF2-40B4-BE49-F238E27FC236}">
                <a16:creationId xmlns:a16="http://schemas.microsoft.com/office/drawing/2014/main" id="{AFFE09F1-E214-D446-55E9-78C1B3F2230E}"/>
              </a:ext>
            </a:extLst>
          </p:cNvPr>
          <p:cNvSpPr/>
          <p:nvPr/>
        </p:nvSpPr>
        <p:spPr>
          <a:xfrm>
            <a:off x="8473708" y="4697866"/>
            <a:ext cx="377667" cy="266700"/>
          </a:xfrm>
          <a:prstGeom prst="lef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2" name="Arrow: Left 21">
            <a:extLst>
              <a:ext uri="{FF2B5EF4-FFF2-40B4-BE49-F238E27FC236}">
                <a16:creationId xmlns:a16="http://schemas.microsoft.com/office/drawing/2014/main" id="{43DA7135-D837-0316-9CDF-EAA5E4296004}"/>
              </a:ext>
            </a:extLst>
          </p:cNvPr>
          <p:cNvSpPr/>
          <p:nvPr/>
        </p:nvSpPr>
        <p:spPr>
          <a:xfrm>
            <a:off x="7603270" y="5477295"/>
            <a:ext cx="377667" cy="266700"/>
          </a:xfrm>
          <a:prstGeom prst="lef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4" name="Arrow: Left 23">
            <a:extLst>
              <a:ext uri="{FF2B5EF4-FFF2-40B4-BE49-F238E27FC236}">
                <a16:creationId xmlns:a16="http://schemas.microsoft.com/office/drawing/2014/main" id="{E6DDF2B6-17BA-C4CB-7A51-40B55EB20F0E}"/>
              </a:ext>
            </a:extLst>
          </p:cNvPr>
          <p:cNvSpPr/>
          <p:nvPr/>
        </p:nvSpPr>
        <p:spPr>
          <a:xfrm rot="5400000">
            <a:off x="6400001" y="5067809"/>
            <a:ext cx="231650" cy="300573"/>
          </a:xfrm>
          <a:prstGeom prst="lef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5" name="Arrow: Left 24">
            <a:extLst>
              <a:ext uri="{FF2B5EF4-FFF2-40B4-BE49-F238E27FC236}">
                <a16:creationId xmlns:a16="http://schemas.microsoft.com/office/drawing/2014/main" id="{1A1DDE1C-87AD-0A3E-769A-CE4B0D461CA4}"/>
              </a:ext>
            </a:extLst>
          </p:cNvPr>
          <p:cNvSpPr/>
          <p:nvPr/>
        </p:nvSpPr>
        <p:spPr>
          <a:xfrm rot="5400000">
            <a:off x="7245527" y="5067810"/>
            <a:ext cx="231650" cy="300573"/>
          </a:xfrm>
          <a:prstGeom prst="lef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6" name="Arrow: Left 25">
            <a:extLst>
              <a:ext uri="{FF2B5EF4-FFF2-40B4-BE49-F238E27FC236}">
                <a16:creationId xmlns:a16="http://schemas.microsoft.com/office/drawing/2014/main" id="{7D061676-BC88-0EFC-7580-C7A8FAD7E1A7}"/>
              </a:ext>
            </a:extLst>
          </p:cNvPr>
          <p:cNvSpPr/>
          <p:nvPr/>
        </p:nvSpPr>
        <p:spPr>
          <a:xfrm rot="5400000">
            <a:off x="6400001" y="4279493"/>
            <a:ext cx="231650" cy="300573"/>
          </a:xfrm>
          <a:prstGeom prst="lef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915CC0-3E54-6E15-22D8-E2685FBDE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2286" y="168816"/>
            <a:ext cx="4689140" cy="1824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218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A1B07-0B6D-D5B1-F93D-F772CA90B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Děkuji za pozornost, zdroje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304F1-2BD3-832C-871F-D7F1060DE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>
                <a:hlinkClick r:id="rId2"/>
              </a:rPr>
              <a:t>https://www.youtube.com/watch?v=4ClOkX0SWW4</a:t>
            </a:r>
            <a:endParaRPr lang="cs-CZ" dirty="0"/>
          </a:p>
          <a:p>
            <a:r>
              <a:rPr lang="cs-CZ" dirty="0">
                <a:hlinkClick r:id="rId3"/>
              </a:rPr>
              <a:t>https://www.geeksforgeeks.org/dsa/backtracking-algorithms/</a:t>
            </a:r>
            <a:endParaRPr lang="cs-CZ" dirty="0"/>
          </a:p>
          <a:p>
            <a:r>
              <a:rPr lang="cs-CZ" dirty="0">
                <a:hlinkClick r:id="rId4"/>
              </a:rPr>
              <a:t>https://www.geeksforgeeks.org/competitive-programming/dynamic-programming/</a:t>
            </a:r>
            <a:endParaRPr lang="cs-CZ" dirty="0"/>
          </a:p>
          <a:p>
            <a:r>
              <a:rPr lang="cs-CZ" dirty="0">
                <a:hlinkClick r:id="rId5"/>
              </a:rPr>
              <a:t>https://www.geeksforgeeks.org/dsa/merge-sort/</a:t>
            </a:r>
            <a:endParaRPr lang="cs-CZ" dirty="0"/>
          </a:p>
          <a:p>
            <a:r>
              <a:rPr lang="cs-CZ"/>
              <a:t>https://cs.wikipedia.org/wiki/%C5%98azen%C3%AD_slu%C4%8Dov%C3%A1n%C3%ADm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0670713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182</TotalTime>
  <Words>593</Words>
  <Application>Microsoft Office PowerPoint</Application>
  <PresentationFormat>Widescreen</PresentationFormat>
  <Paragraphs>111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Wisp</vt:lpstr>
      <vt:lpstr>Rozděl a panuj, dynamické programování, backtracking</vt:lpstr>
      <vt:lpstr>Rozděl a panuj</vt:lpstr>
      <vt:lpstr>Rozděl a panuj – Merge sort</vt:lpstr>
      <vt:lpstr>Dynamické programování</vt:lpstr>
      <vt:lpstr>Fibonnaciho číslo</vt:lpstr>
      <vt:lpstr>Fibonnaciho čísla dynamicky  topdown</vt:lpstr>
      <vt:lpstr>Fibonnaciho čísla dynamicky  bottom-up</vt:lpstr>
      <vt:lpstr>Backtracking</vt:lpstr>
      <vt:lpstr>Backtracking - příklady</vt:lpstr>
      <vt:lpstr>DP x Backtracking LCS</vt:lpstr>
      <vt:lpstr>DP řešení</vt:lpstr>
      <vt:lpstr>Děkuji za pozornost, zdroje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Kryštof Šejhar</dc:creator>
  <cp:lastModifiedBy>Kryštof Šejhar</cp:lastModifiedBy>
  <cp:revision>1</cp:revision>
  <dcterms:created xsi:type="dcterms:W3CDTF">2026-03-29T08:42:38Z</dcterms:created>
  <dcterms:modified xsi:type="dcterms:W3CDTF">2026-03-29T16:29:29Z</dcterms:modified>
</cp:coreProperties>
</file>